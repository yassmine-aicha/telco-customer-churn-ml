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Gradient Boosting</c:v>
                  </c:pt>
                  <c:pt idx="1">
                    <c:v>Logistic Regression</c:v>
                  </c:pt>
                  <c:pt idx="2">
                    <c:v>SVM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0.598</c:v>
                </c:pt>
                <c:pt idx="1">
                  <c:v>0.597</c:v>
                </c:pt>
                <c:pt idx="2">
                  <c:v>0.556</c:v>
                </c:pt>
                <c:pt idx="3">
                  <c:v>0.536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tenure</c:v>
                  </c:pt>
                  <c:pt idx="1">
                    <c:v>Internet : Fibre optique</c:v>
                  </c:pt>
                  <c:pt idx="2">
                    <c:v>Paiement : Chèque électronique</c:v>
                  </c:pt>
                  <c:pt idx="3">
                    <c:v>Contrat : 2 ans</c:v>
                  </c:pt>
                  <c:pt idx="4">
                    <c:v>TotalCharges</c:v>
                  </c:pt>
                  <c:pt idx="5">
                    <c:v>Contrat : 1 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0.29</c:v>
                </c:pt>
                <c:pt idx="1">
                  <c:v>0.19</c:v>
                </c:pt>
                <c:pt idx="2">
                  <c:v>0.128</c:v>
                </c:pt>
                <c:pt idx="3">
                  <c:v>0.079</c:v>
                </c:pt>
                <c:pt idx="4">
                  <c:v>0.07</c:v>
                </c:pt>
                <c:pt idx="5">
                  <c:v>0.062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PROJET END-TO-END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 du churn client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Machine Learning  —  M. Abdallah Khemais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Auteur(s) : Yassmine Ben Aicha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problématique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métier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entreprise de télécommunications souhaite identifier à l’avance les clients susceptibles de résilier leur abonnement (churn), afin d’agir en amont : offre de fidélisation, contact proactif.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EAF2F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8404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: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supervisée — prédire si un client va churner (1) ou rester (0) à partir de ses caractéristiques.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quelles données 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8745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0116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(tenure)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92240" y="271576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8529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7157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souscrits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92240" y="3557016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69417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355701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contrat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92240" y="4398264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535424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439826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mensuelle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08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7 043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(lignes)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51960" y="14173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51960" y="1508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25196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55280" y="14173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1508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9552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churn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06984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290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54480" y="34564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et justification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8680" y="39776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publié initialement par IBM, largement utilisé en recherche et formation (Kaggle : Telco Customer Churn, blastchar).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externe justifiée : taille suffisante, problématique métier claire, absent des sources locales tunisiennes recommandées en priorité.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mixtes : numériques (ancienneté, facturation) et catégorielles (services, contrat, paiement).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423160" cy="26517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corrélations, observations clés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423160" cy="26517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10712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0712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encodage, scaling, split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423160" cy="26517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8192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10819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08192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08192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algorithmes comparés (F1-score)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641080" y="1554480"/>
            <a:ext cx="2423160" cy="26517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05672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80567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805672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05672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GridSearchCV, validation croisée 5-fold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5488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63040" y="4526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StandardScaler (numérique) + OneHotEncoder (catégoriel), fit uniquement sur le train pour éviter le data leakage.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modèles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algorithmes à logiques différentes, classés par F1-score (classes déséquilibrées : 26.5% / 73.5%)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554480"/>
            <a:ext cx="3977640" cy="39319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8952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89520" y="30175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0.05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3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200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589520" y="4160520"/>
            <a:ext cx="3383280" cy="0"/>
          </a:xfrm>
          <a:prstGeom prst="line">
            <a:avLst/>
          </a:prstGeom>
          <a:noFill/>
          <a:ln w="12700">
            <a:solidFill>
              <a:srgbClr val="3D4F8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89520" y="4297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via GridSearchCV — validation croisée 5-fold, scoring F1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 du modèle final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3716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3172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31720" y="2011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3716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2011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5120640" cy="155448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691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: Reste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: Churn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: Reste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: Churn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9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989320" y="137160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459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métier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09360" y="22402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 (179 cas) :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prédit fidèle mais qui part réellement -&gt; coût le plus élevé pour l’entreprise (perte non anticipée).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0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(100 cas) :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prédit churn mais qui reste -&gt; coût faible (offre de fidélisation envoyée inutilement).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les plus influentes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(Gradient Boosting) — top 6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8288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820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métier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909560" y="237744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récent (faible tenure), avec internet fibre optique, paiement par chèque électronique et sans engagement long, est le profil le plus à risque de churn — cohérent avec l’intuition métier.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et perspectives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qu'’on retient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7432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: EDA -&gt; prétraitement -&gt; 4 modèles comparés -&gt; optimisation -&gt; évaluation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retenu (F1 = 0.598, ROC-AUC = 0.842)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 : ancienneté, type de contrat, fibre optique, mode de paiement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2377440"/>
            <a:ext cx="0" cy="3291840"/>
          </a:xfrm>
          <a:prstGeom prst="line">
            <a:avLst/>
          </a:prstGeom>
          <a:noFill/>
          <a:ln w="12700">
            <a:solidFill>
              <a:srgbClr val="3D4F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2743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des classes (SMOTE, class_weight)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modèles : XGBoost, LightGBM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déploiement via une application Streamlit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Churn Client - Telco Customer Churn</dc:title>
  <dc:subject>PptxGenJS Presentation</dc:subject>
  <dc:creator>Yassmine Ben Aicha</dc:creator>
  <cp:lastModifiedBy>Yassmine Ben Aicha</cp:lastModifiedBy>
  <cp:revision>1</cp:revision>
  <dcterms:created xsi:type="dcterms:W3CDTF">2026-06-22T06:09:24Z</dcterms:created>
  <dcterms:modified xsi:type="dcterms:W3CDTF">2026-06-22T06:09:24Z</dcterms:modified>
</cp:coreProperties>
</file>